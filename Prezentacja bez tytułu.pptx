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c69535529a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c69535529a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c69535529a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c69535529a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c69535529a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c69535529a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c69535529a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c69535529a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69535529a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69535529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69535529a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69535529a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69535529a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69535529a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piększ ten slajd"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piększ ten slajd" id="59" name="Google Shape;5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Upiększ ten slajd" id="64" name="Google Shape;6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it, but make it simple and not distracting" id="69" name="Google Shape;6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nsert a simple branching diagram here? as a subway map" id="74" name="Google Shape;7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it, but make it simple and not distracting" id="79" name="Google Shape;7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an you make simple usefull a graph of it?" id="84" name="Google Shape;8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