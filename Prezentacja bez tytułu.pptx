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9535529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9535529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69535529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69535529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69535529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69535529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69535529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69535529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69535529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69535529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6991bb5d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6991bb5d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9535529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69535529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it, but make it simple and not distracting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ert a simple branching diagram here? as a subway map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it, but make is simpl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make simple usefull a graph of it?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